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7" r:id="rId2"/>
    <p:sldId id="260" r:id="rId3"/>
    <p:sldId id="261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2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290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57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128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642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70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892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253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194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996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7718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764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2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869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266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255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C4E2B-E1AB-4EB3-AD1E-A07401D1442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384E236-69B4-48BD-A6DD-5D8092C9A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13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17478C-763A-3C5E-29E5-9F7CCAC7DD06}"/>
              </a:ext>
            </a:extLst>
          </p:cNvPr>
          <p:cNvSpPr txBox="1"/>
          <p:nvPr/>
        </p:nvSpPr>
        <p:spPr>
          <a:xfrm>
            <a:off x="1618937" y="839449"/>
            <a:ext cx="959370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Financial Report Analysis  Interactive Dashboard using Power BI</a:t>
            </a:r>
          </a:p>
          <a:p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491F0-F1B2-FEE1-62B5-C19D6F5CC8E0}"/>
              </a:ext>
            </a:extLst>
          </p:cNvPr>
          <p:cNvSpPr txBox="1"/>
          <p:nvPr/>
        </p:nvSpPr>
        <p:spPr>
          <a:xfrm>
            <a:off x="5201587" y="2686588"/>
            <a:ext cx="63708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dirty="0"/>
              <a:t>Presented By: Pooja Gadekar</a:t>
            </a:r>
          </a:p>
          <a:p>
            <a:pPr algn="just"/>
            <a:r>
              <a:rPr lang="en-IN" sz="3200" dirty="0"/>
              <a:t>Computer Engineering (BE)</a:t>
            </a:r>
          </a:p>
          <a:p>
            <a:pPr algn="just"/>
            <a:r>
              <a:rPr lang="en-IN" sz="3200" dirty="0"/>
              <a:t>Tools Used: Power BI, Excel Dataset</a:t>
            </a:r>
          </a:p>
        </p:txBody>
      </p:sp>
    </p:spTree>
    <p:extLst>
      <p:ext uri="{BB962C8B-B14F-4D97-AF65-F5344CB8AC3E}">
        <p14:creationId xmlns:p14="http://schemas.microsoft.com/office/powerpoint/2010/main" val="135699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127CC-5EDE-997D-ED71-71C2EFEC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2500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Slicer</a:t>
            </a:r>
            <a:endParaRPr lang="en-IN" sz="32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DCDD4-5F30-FDCE-3604-B658FD211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81242-A2BB-1DBD-CA26-4796582249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550"/>
          <a:stretch>
            <a:fillRect/>
          </a:stretch>
        </p:blipFill>
        <p:spPr>
          <a:xfrm>
            <a:off x="1474879" y="1394085"/>
            <a:ext cx="10717121" cy="470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91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92EC8-97C5-CF3C-EAE8-A3ACC2F73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B0C1D-864E-3687-F1AD-71A84DBDF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2500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KPI Cards</a:t>
            </a:r>
            <a:endParaRPr lang="en-IN" sz="32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CA8A8-3560-0D61-76DC-A1D573F4D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F2459-AF58-A287-50C4-8972641302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962" t="3429" r="4962" b="30529"/>
          <a:stretch>
            <a:fillRect/>
          </a:stretch>
        </p:blipFill>
        <p:spPr>
          <a:xfrm>
            <a:off x="1036481" y="1831779"/>
            <a:ext cx="10573062" cy="44021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8840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CA81CF-2995-E7AF-423C-F93B24BB9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504" y="799732"/>
            <a:ext cx="9173981" cy="614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52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C1F5-069D-2964-C6A0-90A3CDD3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D18C2E-93D5-443B-9250-C2B42362D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178" y="1052181"/>
            <a:ext cx="9241268" cy="540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95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05BF-8DCC-DB4C-2266-7F2C67D8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2FB191-53F4-9B6B-FE42-B9BB69116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678" y="425719"/>
            <a:ext cx="8956737" cy="600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77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A488C0-8674-883F-29DA-8657C4162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063" y="349092"/>
            <a:ext cx="8451559" cy="615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5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450400-EA6C-0C9C-1067-2F665D3592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94" t="6263"/>
          <a:stretch>
            <a:fillRect/>
          </a:stretch>
        </p:blipFill>
        <p:spPr>
          <a:xfrm>
            <a:off x="3028012" y="854440"/>
            <a:ext cx="8349521" cy="553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464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35E61B-2674-2AD1-A8A5-8358AAE33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09" y="828311"/>
            <a:ext cx="9902647" cy="572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9101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</TotalTime>
  <Words>29</Words>
  <Application>Microsoft Office PowerPoint</Application>
  <PresentationFormat>Widescreen</PresentationFormat>
  <Paragraphs>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PowerPoint Presentation</vt:lpstr>
      <vt:lpstr>Slicer</vt:lpstr>
      <vt:lpstr>KPI Cards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Gadekar</dc:creator>
  <cp:lastModifiedBy>Pooja Gadekar</cp:lastModifiedBy>
  <cp:revision>3</cp:revision>
  <dcterms:created xsi:type="dcterms:W3CDTF">2025-11-19T07:03:27Z</dcterms:created>
  <dcterms:modified xsi:type="dcterms:W3CDTF">2025-11-19T07:36:32Z</dcterms:modified>
</cp:coreProperties>
</file>